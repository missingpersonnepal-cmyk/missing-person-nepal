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11C"/>
                </a:solidFill>
              </a:rPr>
              <a:t>Missing Person Nepal</a:t>
            </a:r>
          </a:p>
          <a:p>
            <a:pPr>
              <a:defRPr sz="2000" b="1">
                <a:solidFill>
                  <a:srgbClr val="2F553B"/>
                </a:solidFill>
              </a:defRPr>
            </a:pPr>
            <a:r>
              <a:t>User Manual and Operational Training Guide</a:t>
            </a:r>
          </a:p>
          <a:p>
            <a:pPr>
              <a:defRPr sz="1400">
                <a:solidFill>
                  <a:srgbClr val="66706C"/>
                </a:solidFill>
              </a:defRPr>
            </a:pPr>
            <a:r>
              <a:t>Bilingual English and Nepali presentation for admins, coordinators, and handover briefings.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Purpose of the System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What it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Collects public reports and direct submissions for disaster-related missing persons.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Keeps source links, notes, and evidence attached to the right person record.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Helps admins spot likely duplicates before publishing or merging cases.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Supports search, review, publishing, export, and shift handover in one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???????? ????????? ??????? ????????? ????????? ??????? ? ????????? ????????? ????? 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 ????, ???, ? ?????? ??? ????????? ????????? ???????? 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??????? ?? ???? ????? ??? ???????? ?????? ?????? ????? ????? ????? 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???, ???????, ???????, export, ? shift handover ???? ?????? ?????? 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How It Works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Public reports and submissions enter the system.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Discovery and review find matching public sources.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Admins verify details and attach evidence to the correct record.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Published cases remain searchable and up to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????????? ??????? ? ?????? ????????? ?????? 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Discovery ? review ?? ?????? ????????? ???????? ???? 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Admin ?? ????? ?????? ??? ????????? ?????? 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???????? case ??? ????? ?????? ? ????????? ????????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How to Use the Admin Panel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Daily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Log in and open the Dashboard.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Use Discovery to review source candidates.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Approve submissions or attach them to existing people.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Open People and Events to maintain case records.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Use Export and Help &amp; Training for handover.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 ???? Dashboard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Discovery ?????? ???? candidate ???????? ??????? 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Submissions approve ????????? ?? existing ??????????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People ? Events ?? ??? case ????????? 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Export ? Help &amp; Training ??? handover ??????????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Map Features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Operational map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Cluster pins to reduce clutter.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Heatmap to show hotspots.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Circle or boundary overlays for event areas.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Nearby-case search and route overlays for coordination.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 ?? ???? cluster pins ?????? 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Hotspot ?????? heatmap ?????? 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 ??????? ?????? circle ?? boundary overlay ?????? 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 case ? route overlay ???????? ???? ?????? 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Search and Discovery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Google-backed wide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Wide search uses Google-backed discovery when configured.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Operator-added search tags improve coverage.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Manual fallback links stay visible even if the provider key is missing.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Search results still require human review before publishing.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Wide search ??????? ???? Google-backed ??? ?????? 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Operator ?? ????? search tag ?? coverage 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Provider key ??? ??? manual Google search links 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??????? ??? ??? result ?????? ??????? 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Safety and Quality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What admins must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Never guess names, dates, phone numbers, or locations.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Keep private reporter details private.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Do not publish without a source URL.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Mark cases Found or Identified when resolved.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???, ????, ??? ?????, ?? ????? ??????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reporter ?? ???? ????? ?????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 URL ???? ??????? ????????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 ???? case ??? Found ?? Identified ???????????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solidFill>
              <a:srgbClr val="F3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11C"/>
          </a:solidFill>
          <a:ln>
            <a:solidFill>
              <a:srgbClr val="122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11C"/>
                </a:solidFill>
              </a:rPr>
              <a:t>Closing Notes</a:t>
            </a:r>
          </a:p>
          <a:p>
            <a:pPr>
              <a:defRPr sz="1200">
                <a:solidFill>
                  <a:srgbClr val="66706C"/>
                </a:solidFill>
              </a:defRPr>
            </a:pPr>
            <a:r>
              <a:t>Handover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English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Review urgent items first.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Export the event at shift end.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Keep the help hub and PPTX handy for the next admin.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When in doubt, preserve evidence and escalate to a human reviewer.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600200"/>
            <a:ext cx="50292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F553B"/>
                </a:solidFill>
              </a:rPr>
              <a:t>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Urgent item ????? ??????? 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Shift ?????? event export 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 admin ?? ???? help hub ? PPTX ?????? ???????????</a:t>
            </a:r>
          </a:p>
          <a:p>
            <a:pPr>
              <a:spcAft>
                <a:spcPts val="400"/>
              </a:spcAft>
              <a:defRPr sz="1300">
                <a:solidFill>
                  <a:srgbClr val="12211C"/>
                </a:solidFill>
              </a:defRPr>
            </a:pPr>
            <a:r>
              <a:t>?????? ???? ?????? ???????? ????? ???? ??????? 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