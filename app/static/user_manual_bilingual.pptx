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D5B4E"/>
          </a:solidFill>
          <a:ln w="12700">
            <a:solidFill>
              <a:srgbClr val="2D5B4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D6B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Nepal Disaster Missing Persons Hub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104120" y="29260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D6B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 Training Manual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9144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7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ENGLISH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132588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0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User Manual and Training Material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13232" y="278892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practical guide for admins using the Missing Persons Hub to review reports, publish cases, and hand over shifts.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498080" y="960120"/>
            <a:ext cx="3977640" cy="4160520"/>
          </a:xfrm>
          <a:prstGeom prst="roundRect">
            <a:avLst>
              <a:gd name="adj" fmla="val 2759"/>
            </a:avLst>
          </a:prstGeom>
          <a:solidFill>
            <a:srgbClr val="18352E"/>
          </a:solidFill>
          <a:ln w="12700">
            <a:solidFill>
              <a:srgbClr val="1835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0" y="1417320"/>
            <a:ext cx="320040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hub to track public reports, review submissions, detect duplicates, publish cases, and prepare shift handover.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863840" y="329184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7E3D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Manual + training deck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863840" y="358444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7E3D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English and Nepali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863840" y="38770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7E3D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Admin-only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D5B4E"/>
          </a:solidFill>
          <a:ln w="12700">
            <a:solidFill>
              <a:srgbClr val="2D5B4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D6B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Nepal Disaster Missing Persons Hub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104120" y="29260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D6B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 Training Manual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868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0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system does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1600200"/>
            <a:ext cx="5120640" cy="4434840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D6D1C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600200"/>
            <a:ext cx="5120640" cy="164592"/>
          </a:xfrm>
          <a:prstGeom prst="rect">
            <a:avLst/>
          </a:prstGeom>
          <a:solidFill>
            <a:srgbClr val="18352E"/>
          </a:solidFill>
          <a:ln w="12700">
            <a:solidFill>
              <a:srgbClr val="1835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9019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English overview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2377440"/>
            <a:ext cx="44805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Collects public reports and direct submissions for disaster-related missing persons.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Keeps the original source link, notes, and evidence attached to the correct person record.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Helps admins spot likely duplicate people before publishing or merging cases.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Supports search, review, publishing, export, and handover in one place.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27648" y="1600200"/>
            <a:ext cx="5120640" cy="4434840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D6D1C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7648" y="1600200"/>
            <a:ext cx="5120640" cy="164592"/>
          </a:xfrm>
          <a:prstGeom prst="rect">
            <a:avLst/>
          </a:prstGeom>
          <a:solidFill>
            <a:srgbClr val="A8742A"/>
          </a:solidFill>
          <a:ln w="12700">
            <a:solidFill>
              <a:srgbClr val="A874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47688" y="19019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नेपाली सारांश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75120" y="2377440"/>
            <a:ext cx="44805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विपद्‌सँग सम्बन्धित बेपत्ता व्यक्तिका सार्वजनिक रिपोर्ट र प्रत्यक्ष निवेदन सङ्कलन गर्छ।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मूल स्रोत लिङ्क, नोट, र प्रमाण सही व्यक्ति रेकर्डसँग सुरक्षित राख्छ।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प्रकाशन वा मर्ज अघि सम्भावित duplicate पहिचान गर्न सहयोग गर्छ।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खोज, समीक्षा, प्रकाशन, export, र handover एउटै ठाउँमा समर्थन गर्छ।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D5B4E"/>
          </a:solidFill>
          <a:ln w="12700">
            <a:solidFill>
              <a:srgbClr val="2D5B4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D6B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Nepal Disaster Missing Persons Hub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104120" y="29260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D6B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 Training Manual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868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0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to use the workflow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1600200"/>
            <a:ext cx="5120640" cy="4434840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D6D1C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600200"/>
            <a:ext cx="5120640" cy="164592"/>
          </a:xfrm>
          <a:prstGeom prst="rect">
            <a:avLst/>
          </a:prstGeom>
          <a:solidFill>
            <a:srgbClr val="18352E"/>
          </a:solidFill>
          <a:ln w="12700">
            <a:solidFill>
              <a:srgbClr val="1835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9019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English steps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2377440"/>
            <a:ext cx="44805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or select an event first.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Discovery and review candidate public sources.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relevant items into submissions and check for duplicates.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a new case or attach the source to an existing person.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Publish the case, keep it updated, and export handover files when needed.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27648" y="1600200"/>
            <a:ext cx="5120640" cy="4434840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D6D1C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7648" y="1600200"/>
            <a:ext cx="5120640" cy="164592"/>
          </a:xfrm>
          <a:prstGeom prst="rect">
            <a:avLst/>
          </a:prstGeom>
          <a:solidFill>
            <a:srgbClr val="A8742A"/>
          </a:solidFill>
          <a:ln w="12700">
            <a:solidFill>
              <a:srgbClr val="A874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47688" y="19019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प्रयोग गर्ने तरिका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75120" y="2377440"/>
            <a:ext cx="44805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पहिले event छान्नुहोस् वा नयाँ event बनाउनुहोस्।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Discovery खोलेर candidate सार्वजनिक स्रोतहरू समीक्षा गर्नुहोस्।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सम्बन्धित विवरण submissions मा सारेर duplicate जाँच गर्नुहोस्।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नयाँ केस approve गर्नुहोस् वा स्रोतलाई existing व्यक्ति सँग जोड्नुहोस्।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केस publish गरेर अपडेट राख्नुहोस्, र आवश्यक परे handover file export गर्नुहोस्।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D5B4E"/>
          </a:solidFill>
          <a:ln w="12700">
            <a:solidFill>
              <a:srgbClr val="2D5B4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D6B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Nepal Disaster Missing Persons Hub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104120" y="29260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D6B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 Training Manual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868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0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Good practice for admins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1600200"/>
            <a:ext cx="5120640" cy="4434840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D6D1C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600200"/>
            <a:ext cx="5120640" cy="164592"/>
          </a:xfrm>
          <a:prstGeom prst="rect">
            <a:avLst/>
          </a:prstGeom>
          <a:solidFill>
            <a:srgbClr val="18352E"/>
          </a:solidFill>
          <a:ln w="12700">
            <a:solidFill>
              <a:srgbClr val="1835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9019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English tips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2377440"/>
            <a:ext cx="44805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phone numbers, names, and locations before publishing.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Attach one source URL only once per person.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shift checklist before handing over to the next admin.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in doubt, save the evidence first and decide with human review.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27648" y="1600200"/>
            <a:ext cx="5120640" cy="4434840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D6D1C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7648" y="1600200"/>
            <a:ext cx="5120640" cy="164592"/>
          </a:xfrm>
          <a:prstGeom prst="rect">
            <a:avLst/>
          </a:prstGeom>
          <a:solidFill>
            <a:srgbClr val="A8742A"/>
          </a:solidFill>
          <a:ln w="12700">
            <a:solidFill>
              <a:srgbClr val="A874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47688" y="19019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व्यवहारिक सुझाव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75120" y="2377440"/>
            <a:ext cx="44805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प्रकाशन अघि फोन नम्बर, नाम, र स्थान जाँच गर्नुहोस्।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एउटै स्रोत URL एउटै व्यक्तिमा एक पटक मात्र जोड्नुहोस्।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अर्को admin लाई बुझाउन shift checklist प्रयोग गर्नुहोस्।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दुविधा भएमा पहिले प्रमाण सुरक्षित राख्नुहोस् र मानव समीक्षा गर्नुहोस्।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D5B4E"/>
          </a:solidFill>
          <a:ln w="12700">
            <a:solidFill>
              <a:srgbClr val="2D5B4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D6B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Nepal Disaster Missing Persons Hub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104120" y="29260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D6B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 Training Manual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868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0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Dashboard map and quick reminders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1600200"/>
            <a:ext cx="1078992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6D1C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74520"/>
            <a:ext cx="9875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Dashboard: overall status and the recommended left-to-right workflow.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Events: create or update the disaster event and affected locations.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People: edit master cases, publish, archive, merge, and manage notifications.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Submissions: approve new reports or attach them to an existing person.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Discovery Bot: review candidate public sources and feed the review queue.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Export: download secure handover files for an event.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85800" y="5486400"/>
            <a:ext cx="10789920" cy="457200"/>
          </a:xfrm>
          <a:prstGeom prst="roundRect">
            <a:avLst>
              <a:gd name="adj" fmla="val 12000"/>
            </a:avLst>
          </a:prstGeom>
          <a:solidFill>
            <a:srgbClr val="ECE7DA"/>
          </a:solidFill>
          <a:ln w="12700">
            <a:solidFill>
              <a:srgbClr val="D6D1C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5605272"/>
            <a:ext cx="10241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6B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Quick reminder: review urgent sources first, keep evidence attached, and finish each shift with a handover export if needed.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D5B4E"/>
          </a:solidFill>
          <a:ln w="12700">
            <a:solidFill>
              <a:srgbClr val="2D5B4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D6B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Nepal Disaster Missing Persons Hub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104120" y="29260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D6B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 Training Manual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868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0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सुरक्षित काम गर्ने तरिका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1600200"/>
            <a:ext cx="1078992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6D1C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74520"/>
            <a:ext cx="9875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पहिले urgent र high-confidence स्रोतहरू हेर्नुहोस्।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phone number र फोटो publish अघि मिलाउनुहोस्।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Resolved केसलाई Found वा Identified मा छिट्टै राख्नुहोस्।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 को अन्त्यमा handover export गर्नुहोस्।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220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सन्देह भएमा human review प्रयोग गर्नुहोस्।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85800" y="5486400"/>
            <a:ext cx="10789920" cy="457200"/>
          </a:xfrm>
          <a:prstGeom prst="roundRect">
            <a:avLst>
              <a:gd name="adj" fmla="val 12000"/>
            </a:avLst>
          </a:prstGeom>
          <a:solidFill>
            <a:srgbClr val="ECE7DA"/>
          </a:solidFill>
          <a:ln w="12700">
            <a:solidFill>
              <a:srgbClr val="D6D1C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5605272"/>
            <a:ext cx="10241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6B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यो प्रणाली admin-only हो। डेटा बदल्नु अघि सधैं स्रोत र केस विवरण जाँच गर्नुहोस्।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Nepal Disaster Missing Persons Hub User Manual</dc:title>
  <dc:subject>User manual and training material</dc:subject>
  <dc:creator>Codex</dc:creator>
  <cp:lastModifiedBy>Codex</cp:lastModifiedBy>
  <cp:revision>1</cp:revision>
  <dcterms:created xsi:type="dcterms:W3CDTF">2026-08-31T05:52:29Z</dcterms:created>
  <dcterms:modified xsi:type="dcterms:W3CDTF">2026-08-31T05:52:29Z</dcterms:modified>
</cp:coreProperties>
</file>